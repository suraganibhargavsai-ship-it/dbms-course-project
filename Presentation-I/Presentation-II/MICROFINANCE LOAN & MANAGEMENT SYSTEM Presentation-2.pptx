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10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9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58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59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0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99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65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1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76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76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58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7209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328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15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7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47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85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FEA0C9-FFE5-4977-9E02-A0E2BA0D307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EACE0-63C0-4E7F-BC80-4D2180D80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98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AD18-095C-3E69-FE16-FBB32B6D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711" y="2934660"/>
            <a:ext cx="9404723" cy="1400530"/>
          </a:xfrm>
        </p:spPr>
        <p:txBody>
          <a:bodyPr/>
          <a:lstStyle/>
          <a:p>
            <a:r>
              <a:rPr lang="en-US" dirty="0"/>
              <a:t>MICROFINANCE LOAN &amp; MANAGEMENT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27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DA53-9972-1DA0-381B-23D8A6A56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72BD8-1B50-6648-4251-EBA24C06A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B1019-DCC1-95E3-89CB-BC3673FC6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0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7642-2112-672B-C651-43FDF10CC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2455D5-30EF-85AB-843C-6102F17F4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35337"/>
          </a:xfrm>
        </p:spPr>
      </p:pic>
    </p:spTree>
    <p:extLst>
      <p:ext uri="{BB962C8B-B14F-4D97-AF65-F5344CB8AC3E}">
        <p14:creationId xmlns:p14="http://schemas.microsoft.com/office/powerpoint/2010/main" val="32152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F19D-00F2-A16C-BDCF-2A4105A2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0701A3-2E8B-2A79-F617-D7BB60502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660922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5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Ion</vt:lpstr>
      <vt:lpstr>MICROFINANCE LOAN &amp; MANAGEMENT SYSTEM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Rajitha Ramini</dc:creator>
  <cp:lastModifiedBy>Rajitha Ramini</cp:lastModifiedBy>
  <cp:revision>1</cp:revision>
  <dcterms:created xsi:type="dcterms:W3CDTF">2026-09-24T08:33:46Z</dcterms:created>
  <dcterms:modified xsi:type="dcterms:W3CDTF">2026-09-24T08:34:08Z</dcterms:modified>
</cp:coreProperties>
</file>